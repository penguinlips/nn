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1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70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74171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671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137497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88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150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5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93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606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68755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45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26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145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3/3/2022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739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1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6A4722A1-5F9D-DF4C-B136-1129832E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32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8DE962-3C5A-8B42-812B-903A0D16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959" y="385721"/>
            <a:ext cx="3334453" cy="940308"/>
          </a:xfrm>
        </p:spPr>
        <p:txBody>
          <a:bodyPr/>
          <a:lstStyle/>
          <a:p>
            <a:r>
              <a:rPr lang="en-IN" b="1" i="1">
                <a:solidFill>
                  <a:srgbClr val="C00000"/>
                </a:solidFill>
              </a:rPr>
              <a:t>Index</a:t>
            </a:r>
            <a:endParaRPr lang="en-US" b="1" i="1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AFECD-69A5-B04D-AAA8-4B3211EAE15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87589" y="1811616"/>
            <a:ext cx="9216821" cy="3913603"/>
          </a:xfrm>
        </p:spPr>
        <p:txBody>
          <a:bodyPr>
            <a:normAutofit fontScale="92500" lnSpcReduction="10000"/>
          </a:bodyPr>
          <a:lstStyle/>
          <a:p>
            <a:r>
              <a:rPr lang="en-IN" i="1">
                <a:solidFill>
                  <a:srgbClr val="002060"/>
                </a:solidFill>
              </a:rPr>
              <a:t>What is RPA</a:t>
            </a:r>
          </a:p>
          <a:p>
            <a:r>
              <a:rPr lang="en-IN" i="1">
                <a:solidFill>
                  <a:srgbClr val="002060"/>
                </a:solidFill>
              </a:rPr>
              <a:t>Some more about RPA</a:t>
            </a:r>
          </a:p>
          <a:p>
            <a:r>
              <a:rPr lang="en-IN" i="1">
                <a:solidFill>
                  <a:srgbClr val="002060"/>
                </a:solidFill>
              </a:rPr>
              <a:t>How does RPA Works?</a:t>
            </a:r>
          </a:p>
          <a:p>
            <a:r>
              <a:rPr lang="en-IN" i="1">
                <a:solidFill>
                  <a:srgbClr val="002060"/>
                </a:solidFill>
              </a:rPr>
              <a:t>RPA Tools</a:t>
            </a:r>
          </a:p>
          <a:p>
            <a:r>
              <a:rPr lang="en-IN" i="1">
                <a:solidFill>
                  <a:srgbClr val="002060"/>
                </a:solidFill>
              </a:rPr>
              <a:t>RPA Common Capabilities</a:t>
            </a:r>
          </a:p>
          <a:p>
            <a:r>
              <a:rPr lang="en-IN" i="1">
                <a:solidFill>
                  <a:srgbClr val="002060"/>
                </a:solidFill>
              </a:rPr>
              <a:t>RPA Benefit</a:t>
            </a:r>
          </a:p>
          <a:p>
            <a:r>
              <a:rPr lang="en-IN" i="1">
                <a:solidFill>
                  <a:srgbClr val="002060"/>
                </a:solidFill>
              </a:rPr>
              <a:t>Applications of RPA</a:t>
            </a:r>
          </a:p>
          <a:p>
            <a:r>
              <a:rPr lang="en-IN" i="1">
                <a:solidFill>
                  <a:srgbClr val="002060"/>
                </a:solidFill>
              </a:rPr>
              <a:t>Advantages of RPA</a:t>
            </a:r>
          </a:p>
          <a:p>
            <a:r>
              <a:rPr lang="en-IN" i="1">
                <a:solidFill>
                  <a:srgbClr val="002060"/>
                </a:solidFill>
              </a:rPr>
              <a:t>Disadvantages of RPA</a:t>
            </a:r>
          </a:p>
          <a:p>
            <a:r>
              <a:rPr lang="en-IN" i="1">
                <a:solidFill>
                  <a:srgbClr val="002060"/>
                </a:solidFill>
              </a:rPr>
              <a:t>Summary </a:t>
            </a:r>
            <a:endParaRPr lang="en-US" i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93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DE3562D6-52DC-3347-91D2-B0EE7C89E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40" y="728382"/>
            <a:ext cx="9973235" cy="526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1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EFDB-631C-E04C-911F-286616F0E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783106" cy="957729"/>
          </a:xfrm>
        </p:spPr>
        <p:txBody>
          <a:bodyPr/>
          <a:lstStyle/>
          <a:p>
            <a:r>
              <a:rPr lang="en-IN" b="1">
                <a:solidFill>
                  <a:srgbClr val="00B0F0"/>
                </a:solidFill>
              </a:rPr>
              <a:t>What is RPA</a:t>
            </a:r>
            <a:endParaRPr lang="en-US" b="1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337B5-D022-8048-99D4-8A27AC9843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400" i="1">
                <a:solidFill>
                  <a:srgbClr val="002060"/>
                </a:solidFill>
              </a:rPr>
              <a:t>The process of automating business operations with the help of robots to reduce human intervention is said to be Robotic Process Automation (RPA).</a:t>
            </a:r>
            <a:endParaRPr lang="en-US" sz="2400" i="1">
              <a:solidFill>
                <a:srgbClr val="002060"/>
              </a:solidFill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DA44EDBD-58A5-4C48-B52F-7EB9869D8E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2616" y="790387"/>
            <a:ext cx="4609149" cy="4887259"/>
          </a:xfrm>
        </p:spPr>
      </p:pic>
    </p:spTree>
    <p:extLst>
      <p:ext uri="{BB962C8B-B14F-4D97-AF65-F5344CB8AC3E}">
        <p14:creationId xmlns:p14="http://schemas.microsoft.com/office/powerpoint/2010/main" val="668925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7E42-5565-944E-B059-D69F840E4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Some more about RPA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F63DC36-C9D6-E54C-B4F6-D53F4BEC0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76" y="1715807"/>
            <a:ext cx="9601200" cy="403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3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4165-CC95-7D4C-879A-945CC7AA3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240" y="499036"/>
            <a:ext cx="11164795" cy="1088464"/>
          </a:xfrm>
        </p:spPr>
        <p:txBody>
          <a:bodyPr>
            <a:normAutofit/>
          </a:bodyPr>
          <a:lstStyle/>
          <a:p>
            <a:r>
              <a:rPr lang="en-IN" sz="4800" b="1"/>
              <a:t>        How does RPA Works?</a:t>
            </a:r>
            <a:endParaRPr lang="en-US" sz="4800" b="1"/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E29A7039-1618-F54C-BC41-AF9338302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206" y="1831741"/>
            <a:ext cx="11164794" cy="47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92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CAA49D8A-1D1E-7B44-BA2F-53A6364A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830294"/>
            <a:ext cx="8128000" cy="453838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7949868-C7DE-6148-A6BC-4204E431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RPA Tools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56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DF3E-AE63-0E4E-A8DB-BD484C7D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7567"/>
            <a:ext cx="9601200" cy="1163757"/>
          </a:xfrm>
        </p:spPr>
        <p:txBody>
          <a:bodyPr/>
          <a:lstStyle/>
          <a:p>
            <a:r>
              <a:rPr lang="en-IN"/>
              <a:t>RPA Common Capabilities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9B38F-F1FC-B048-A385-6319FF88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100" y="1573467"/>
            <a:ext cx="9601200" cy="507834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F155DF3-024D-6E4C-A4BC-A1A9791D2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817587"/>
            <a:ext cx="11290300" cy="583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0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2971-8329-3F40-83C4-ADE20D6B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RPA Benefits</a:t>
            </a:r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2F085003-8D65-314D-BC36-50C5C66A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81" y="1813991"/>
            <a:ext cx="10416241" cy="47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20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C6E67-14F1-9D4A-A449-EB3F6688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041" y="159373"/>
            <a:ext cx="9601200" cy="1485900"/>
          </a:xfrm>
        </p:spPr>
        <p:txBody>
          <a:bodyPr/>
          <a:lstStyle/>
          <a:p>
            <a:br>
              <a:rPr lang="en-IN"/>
            </a:br>
            <a:endParaRPr lang="en-US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346BFC47-7F59-3B49-A5BD-D2DC794A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41" y="354853"/>
            <a:ext cx="10972799" cy="616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82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79AA-B66F-CC49-8088-0DB3E25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rgbClr val="C00000"/>
                </a:solidFill>
              </a:rPr>
              <a:t>Advantages of RPA</a:t>
            </a:r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4D29-F92A-4743-8F3E-57D6DF59D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0671" y="2838824"/>
            <a:ext cx="9601200" cy="472514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002060"/>
                </a:solidFill>
              </a:rPr>
              <a:t>Increased Productivity. Most RPA robots are designed to focus on performing specific routine tasks. 
Increased Efficiency. 
Enhanced Accuracy. 
Increased Security. 
Boost in Scalability Opportunities. 
Improved Analytics.
Enhanced Customer Service. 
Non-disruptive.</a:t>
            </a:r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578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CB25-9084-AC4E-AB80-6E822689B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accent6">
                    <a:lumMod val="75000"/>
                  </a:schemeClr>
                </a:solidFill>
              </a:rPr>
              <a:t>Disadvantages of RPA 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DBAFC-16F2-B443-967F-92A4B4856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247" y="2304676"/>
            <a:ext cx="9601200" cy="3581400"/>
          </a:xfrm>
        </p:spPr>
        <p:txBody>
          <a:bodyPr/>
          <a:lstStyle/>
          <a:p>
            <a:r>
              <a:rPr lang="en-IN">
                <a:solidFill>
                  <a:srgbClr val="002060"/>
                </a:solidFill>
              </a:rPr>
              <a:t>The automated task increases unemployment. ...
The complexity of implementation in RPA has decreased day-by-day. ...
There is no innovative thinking in Robotic Process Automation.
The RPA project or system needs regular reconfiguration.
It is a costly technology as compare to any other technology.</a:t>
            </a:r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47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A098-138D-084F-A0BD-82D63E34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>
                <a:solidFill>
                  <a:schemeClr val="accent2">
                    <a:lumMod val="75000"/>
                  </a:schemeClr>
                </a:solidFill>
              </a:rPr>
              <a:t>                       Summary</a:t>
            </a:r>
            <a:endParaRPr lang="en-US" b="1" i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D1EB8-9E14-6A47-B7B1-85F778D60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639108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/>
              <a:t>• </a:t>
            </a:r>
            <a:r>
              <a:rPr lang="en-IN">
                <a:solidFill>
                  <a:srgbClr val="002060"/>
                </a:solidFill>
              </a:rPr>
              <a:t>Robotic Process Automation allows organizations to automate task just like a human being was</a:t>
            </a:r>
            <a:r>
              <a:rPr lang="en-IN" sz="2400">
                <a:solidFill>
                  <a:srgbClr val="002060"/>
                </a:solidFill>
              </a:rPr>
              <a:t> doing them across application and systems.
• The main goal of Robotics process automation is to replace repetitive and boring clerical task performed by humans, with a virtual workforce.
•RPA is used in wide range of industries like Healthcare, Insurance, Banking, IT etc</a:t>
            </a:r>
            <a:endParaRPr lang="en-US" sz="24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92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BC9E-6E49-6D4C-9641-E5F40E56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635" y="1257397"/>
            <a:ext cx="6412227" cy="2765269"/>
          </a:xfrm>
        </p:spPr>
        <p:txBody>
          <a:bodyPr>
            <a:normAutofit/>
          </a:bodyPr>
          <a:lstStyle/>
          <a:p>
            <a:pPr algn="l"/>
            <a:r>
              <a:rPr lang="en-IN" sz="8800" b="1" i="1"/>
              <a:t>THANK YOU</a:t>
            </a:r>
            <a:endParaRPr lang="en-US" sz="8800" b="1" i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F4E42-6B03-544C-8ED1-B5E15C2CA5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62538" y="5273310"/>
            <a:ext cx="4447786" cy="1317812"/>
          </a:xfrm>
        </p:spPr>
        <p:txBody>
          <a:bodyPr/>
          <a:lstStyle/>
          <a:p>
            <a:pPr marL="0" indent="0">
              <a:buNone/>
            </a:pPr>
            <a:r>
              <a:rPr lang="en-IN" b="1" i="1"/>
              <a:t>Presented by : vidya k s</a:t>
            </a:r>
          </a:p>
          <a:p>
            <a:pPr marL="0" indent="0">
              <a:buNone/>
            </a:pPr>
            <a:r>
              <a:rPr lang="en-IN" b="1" i="1"/>
              <a:t>       Roll no  :  55</a:t>
            </a:r>
          </a:p>
          <a:p>
            <a:pPr marL="0" indent="0">
              <a:buNone/>
            </a:pPr>
            <a:r>
              <a:rPr lang="en-IN" b="1" i="1"/>
              <a:t>                S5   ct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243766593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Crop</vt:lpstr>
      <vt:lpstr>PowerPoint Presentation</vt:lpstr>
      <vt:lpstr>Index</vt:lpstr>
      <vt:lpstr>PowerPoint Presentation</vt:lpstr>
      <vt:lpstr>What is RPA</vt:lpstr>
      <vt:lpstr>Some more about RPA</vt:lpstr>
      <vt:lpstr>        How does RPA Works?</vt:lpstr>
      <vt:lpstr>RPA Tools </vt:lpstr>
      <vt:lpstr>RPA Common Capabilities</vt:lpstr>
      <vt:lpstr>RPA Benefits</vt:lpstr>
      <vt:lpstr> </vt:lpstr>
      <vt:lpstr>Advantages of RPA</vt:lpstr>
      <vt:lpstr>Disadvantages of RPA </vt:lpstr>
      <vt:lpstr>                       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vidyakondothodiyil@gmail.com</dc:creator>
  <cp:lastModifiedBy>vidyakondothodiyil@gmail.com</cp:lastModifiedBy>
  <cp:revision>14</cp:revision>
  <dcterms:created xsi:type="dcterms:W3CDTF">2021-11-26T08:52:16Z</dcterms:created>
  <dcterms:modified xsi:type="dcterms:W3CDTF">2022-03-03T08:31:42Z</dcterms:modified>
</cp:coreProperties>
</file>