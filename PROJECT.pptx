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98200" y="1015516"/>
            <a:ext cx="8825658" cy="2677648"/>
          </a:xfrm>
        </p:spPr>
        <p:txBody>
          <a:bodyPr/>
          <a:lstStyle/>
          <a:p>
            <a:r>
              <a:rPr lang="en-US" sz="5400" b="1" dirty="0" smtClean="0"/>
              <a:t>WELCOME</a:t>
            </a:r>
            <a:endParaRPr lang="en-IN" sz="5400" b="1" dirty="0"/>
          </a:p>
        </p:txBody>
      </p:sp>
      <p:sp>
        <p:nvSpPr>
          <p:cNvPr id="9" name="Text Placeholder 8"/>
          <p:cNvSpPr>
            <a:spLocks noGrp="1"/>
          </p:cNvSpPr>
          <p:nvPr>
            <p:ph type="subTitle" idx="1"/>
          </p:nvPr>
        </p:nvSpPr>
        <p:spPr>
          <a:xfrm>
            <a:off x="1115766" y="5156204"/>
            <a:ext cx="8825658" cy="861420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TOPIC: </a:t>
            </a:r>
            <a:r>
              <a:rPr lang="en-US" b="1" dirty="0" err="1" smtClean="0">
                <a:solidFill>
                  <a:schemeClr val="bg1"/>
                </a:solidFill>
              </a:rPr>
              <a:t>KUDUMBAShREE</a:t>
            </a:r>
            <a:r>
              <a:rPr lang="en-US" b="1" dirty="0" smtClean="0">
                <a:solidFill>
                  <a:schemeClr val="bg1"/>
                </a:solidFill>
              </a:rPr>
              <a:t> unit SYSTEM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06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CONTENTS</a:t>
            </a:r>
            <a:endParaRPr lang="en-IN" b="1" i="1" dirty="0"/>
          </a:p>
        </p:txBody>
      </p:sp>
      <p:sp>
        <p:nvSpPr>
          <p:cNvPr id="5" name="Tex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ABSTRACT</a:t>
            </a:r>
          </a:p>
          <a:p>
            <a:r>
              <a:rPr lang="en-US" dirty="0" smtClean="0"/>
              <a:t>OBJECTIVE</a:t>
            </a:r>
          </a:p>
          <a:p>
            <a:r>
              <a:rPr lang="en-US" dirty="0" smtClean="0"/>
              <a:t>LANGUAGES USED</a:t>
            </a:r>
          </a:p>
          <a:p>
            <a:r>
              <a:rPr lang="en-US" dirty="0" smtClean="0"/>
              <a:t>SOFTWARE USED</a:t>
            </a:r>
          </a:p>
          <a:p>
            <a:r>
              <a:rPr lang="en-US" dirty="0" smtClean="0"/>
              <a:t>SYSTEM REQUIREMENTS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929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ABSTRACT</a:t>
            </a:r>
            <a:endParaRPr lang="en-IN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i="1" dirty="0" smtClean="0"/>
              <a:t>The </a:t>
            </a:r>
            <a:r>
              <a:rPr lang="en-US" sz="1600" b="1" i="1" dirty="0" err="1" smtClean="0"/>
              <a:t>kudumbashree</a:t>
            </a:r>
            <a:r>
              <a:rPr lang="en-US" sz="1600" b="1" i="1" dirty="0" smtClean="0"/>
              <a:t> management system is an application for </a:t>
            </a:r>
            <a:r>
              <a:rPr lang="en-US" sz="1600" b="1" i="1" dirty="0" err="1" smtClean="0"/>
              <a:t>kudumbashree</a:t>
            </a:r>
            <a:r>
              <a:rPr lang="en-US" sz="1600" b="1" i="1" dirty="0" smtClean="0"/>
              <a:t> unit to</a:t>
            </a:r>
          </a:p>
          <a:p>
            <a:pPr marL="0" indent="0">
              <a:buNone/>
            </a:pPr>
            <a:r>
              <a:rPr lang="en-US" sz="1600" b="1" i="1" dirty="0" smtClean="0"/>
              <a:t>  do their paper works and store their data by this  application. </a:t>
            </a:r>
            <a:r>
              <a:rPr lang="en-US" sz="1600" b="1" i="1" dirty="0" err="1" smtClean="0"/>
              <a:t>Kudumbashree</a:t>
            </a:r>
            <a:r>
              <a:rPr lang="en-US" sz="1600" b="1" i="1" dirty="0" smtClean="0"/>
              <a:t> </a:t>
            </a:r>
          </a:p>
          <a:p>
            <a:pPr marL="0" indent="0">
              <a:buNone/>
            </a:pPr>
            <a:r>
              <a:rPr lang="en-US" sz="1600" b="1" i="1" dirty="0" smtClean="0"/>
              <a:t>application try to reduce their paper work of their unit members.</a:t>
            </a:r>
          </a:p>
          <a:p>
            <a:pPr marL="0" indent="0">
              <a:buNone/>
            </a:pPr>
            <a:endParaRPr lang="en-US" sz="1600" b="1" i="1" dirty="0" smtClean="0"/>
          </a:p>
          <a:p>
            <a:r>
              <a:rPr lang="en-US" sz="1600" b="1" i="1" dirty="0" smtClean="0"/>
              <a:t>The system will provide basic set of features to Mark the </a:t>
            </a:r>
            <a:r>
              <a:rPr lang="en-US" sz="1600" b="1" i="1" dirty="0" err="1"/>
              <a:t>A</a:t>
            </a:r>
            <a:r>
              <a:rPr lang="en-US" sz="1600" b="1" i="1" dirty="0" err="1" smtClean="0"/>
              <a:t>ttendence</a:t>
            </a:r>
            <a:r>
              <a:rPr lang="en-US" sz="1600" b="1" i="1" dirty="0" smtClean="0"/>
              <a:t> of unit </a:t>
            </a:r>
          </a:p>
          <a:p>
            <a:pPr marL="0" indent="0">
              <a:buNone/>
            </a:pPr>
            <a:r>
              <a:rPr lang="en-US" sz="1600" b="1" i="1" dirty="0" err="1" smtClean="0"/>
              <a:t>members,Add</a:t>
            </a:r>
            <a:r>
              <a:rPr lang="en-US" sz="1600" b="1" i="1" dirty="0" smtClean="0"/>
              <a:t>/update the details of </a:t>
            </a:r>
            <a:r>
              <a:rPr lang="en-US" sz="1600" b="1" i="1" dirty="0" err="1" smtClean="0"/>
              <a:t>loan,etc</a:t>
            </a:r>
            <a:r>
              <a:rPr lang="en-US" sz="1600" b="1" i="1" dirty="0" smtClean="0"/>
              <a:t>.</a:t>
            </a:r>
          </a:p>
          <a:p>
            <a:endParaRPr lang="en-IN" sz="1600" b="1" i="1" dirty="0"/>
          </a:p>
        </p:txBody>
      </p:sp>
    </p:spTree>
    <p:extLst>
      <p:ext uri="{BB962C8B-B14F-4D97-AF65-F5344CB8AC3E}">
        <p14:creationId xmlns:p14="http://schemas.microsoft.com/office/powerpoint/2010/main" val="422030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OBJECTIVE</a:t>
            </a:r>
            <a:endParaRPr lang="en-IN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Kudumbashree</a:t>
            </a:r>
            <a:r>
              <a:rPr lang="en-US" dirty="0" smtClean="0"/>
              <a:t> units are inevitable part of our society. Digitalization of </a:t>
            </a:r>
            <a:r>
              <a:rPr lang="en-US" dirty="0" err="1" smtClean="0"/>
              <a:t>kudumbashree</a:t>
            </a:r>
            <a:r>
              <a:rPr lang="en-US" dirty="0" smtClean="0"/>
              <a:t> units are most important in todays situation.</a:t>
            </a:r>
          </a:p>
          <a:p>
            <a:r>
              <a:rPr lang="en-US" dirty="0" smtClean="0"/>
              <a:t>Save time</a:t>
            </a:r>
          </a:p>
          <a:p>
            <a:r>
              <a:rPr lang="en-US" dirty="0" smtClean="0"/>
              <a:t>It reduce difficulties in calculation</a:t>
            </a:r>
          </a:p>
          <a:p>
            <a:r>
              <a:rPr lang="en-US" dirty="0" smtClean="0"/>
              <a:t>Save effort</a:t>
            </a:r>
          </a:p>
          <a:p>
            <a:r>
              <a:rPr lang="en-US" dirty="0" smtClean="0"/>
              <a:t>It can update accurately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571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LANGUAGES USED</a:t>
            </a:r>
            <a:endParaRPr lang="en-IN" b="1" i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4" y="2991235"/>
            <a:ext cx="2143125" cy="214312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457" y="3174771"/>
            <a:ext cx="2143125" cy="17760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299" y="3083003"/>
            <a:ext cx="2857500" cy="19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6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SOFTWARE USED</a:t>
            </a:r>
            <a:endParaRPr lang="en-IN" b="1" i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229" y="3469683"/>
            <a:ext cx="5387382" cy="2095093"/>
          </a:xfrm>
        </p:spPr>
      </p:pic>
    </p:spTree>
    <p:extLst>
      <p:ext uri="{BB962C8B-B14F-4D97-AF65-F5344CB8AC3E}">
        <p14:creationId xmlns:p14="http://schemas.microsoft.com/office/powerpoint/2010/main" val="423766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HARDWARE REQUIREMENTS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PROCESSOR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ROM</a:t>
            </a:r>
          </a:p>
          <a:p>
            <a:endParaRPr lang="en-US" dirty="0"/>
          </a:p>
          <a:p>
            <a:r>
              <a:rPr lang="en-US" dirty="0" smtClean="0"/>
              <a:t>MEMORY</a:t>
            </a:r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mtClean="0"/>
              <a:t>REQUIREMENTS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64 BIT</a:t>
            </a:r>
          </a:p>
          <a:p>
            <a:r>
              <a:rPr lang="en-US" dirty="0" smtClean="0"/>
              <a:t>DUAL CORE</a:t>
            </a:r>
          </a:p>
          <a:p>
            <a:r>
              <a:rPr lang="en-US" dirty="0" smtClean="0"/>
              <a:t>1.6GHz</a:t>
            </a:r>
          </a:p>
          <a:p>
            <a:endParaRPr lang="en-US" dirty="0"/>
          </a:p>
          <a:p>
            <a:r>
              <a:rPr lang="en-US" dirty="0" smtClean="0"/>
              <a:t>2GB AND ABOVE</a:t>
            </a:r>
          </a:p>
          <a:p>
            <a:endParaRPr lang="en-US" dirty="0" smtClean="0"/>
          </a:p>
          <a:p>
            <a:r>
              <a:rPr lang="en-US" dirty="0" smtClean="0"/>
              <a:t>4GB AND ABOVE</a:t>
            </a:r>
            <a:endParaRPr lang="en-IN" dirty="0"/>
          </a:p>
        </p:txBody>
      </p:sp>
      <p:cxnSp>
        <p:nvCxnSpPr>
          <p:cNvPr id="10" name="Straight Connector 9"/>
          <p:cNvCxnSpPr>
            <a:stCxn id="6" idx="1"/>
            <a:endCxn id="6" idx="3"/>
          </p:cNvCxnSpPr>
          <p:nvPr/>
        </p:nvCxnSpPr>
        <p:spPr>
          <a:xfrm>
            <a:off x="1154954" y="4599782"/>
            <a:ext cx="48251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8" idx="1"/>
            <a:endCxn id="8" idx="3"/>
          </p:cNvCxnSpPr>
          <p:nvPr/>
        </p:nvCxnSpPr>
        <p:spPr>
          <a:xfrm>
            <a:off x="6208712" y="4599782"/>
            <a:ext cx="4825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154954" y="5447211"/>
            <a:ext cx="48251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13863" y="5408023"/>
            <a:ext cx="4620008" cy="39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15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GROUP MEMBERS</a:t>
            </a:r>
            <a:endParaRPr lang="en-IN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AJAI KRISHNA </a:t>
            </a:r>
          </a:p>
          <a:p>
            <a:r>
              <a:rPr lang="en-US" dirty="0" smtClean="0"/>
              <a:t>AMAL KRISHNA M R</a:t>
            </a:r>
          </a:p>
          <a:p>
            <a:r>
              <a:rPr lang="en-US" dirty="0" smtClean="0"/>
              <a:t>ASWIN KRISHNA V R</a:t>
            </a:r>
          </a:p>
          <a:p>
            <a:r>
              <a:rPr lang="en-US" dirty="0" smtClean="0"/>
              <a:t>AKHIL SURESH</a:t>
            </a:r>
          </a:p>
          <a:p>
            <a:r>
              <a:rPr lang="en-US" dirty="0" smtClean="0"/>
              <a:t>AMRITHA P</a:t>
            </a:r>
          </a:p>
          <a:p>
            <a:r>
              <a:rPr lang="en-US" dirty="0" smtClean="0"/>
              <a:t>SILPA P 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02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smtClean="0"/>
              <a:t>THANK YOU …</a:t>
            </a:r>
            <a:endParaRPr lang="en-IN" b="1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6482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90</TotalTime>
  <Words>151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WELCOME</vt:lpstr>
      <vt:lpstr>CONTENTS</vt:lpstr>
      <vt:lpstr>ABSTRACT</vt:lpstr>
      <vt:lpstr>OBJECTIVE</vt:lpstr>
      <vt:lpstr>LANGUAGES USED</vt:lpstr>
      <vt:lpstr>SOFTWARE USED</vt:lpstr>
      <vt:lpstr>HARDWARE REQUIREMENTS</vt:lpstr>
      <vt:lpstr>GROUP MEMBERS</vt:lpstr>
      <vt:lpstr>THANK YOU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Smart</dc:creator>
  <cp:lastModifiedBy>Smart</cp:lastModifiedBy>
  <cp:revision>11</cp:revision>
  <dcterms:created xsi:type="dcterms:W3CDTF">2022-02-26T08:40:06Z</dcterms:created>
  <dcterms:modified xsi:type="dcterms:W3CDTF">2022-02-26T10:10:35Z</dcterms:modified>
</cp:coreProperties>
</file>